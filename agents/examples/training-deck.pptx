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readiness.md table. Explain WARN vs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Analyst Training — Producing a Digital Footprint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onboarding for the social-analyzer reporting workflow</a:t>
            </a:r>
          </a:p>
          <a:p>
            <a:r>
              <a:t>&lt;Your business name&gt;</a:t>
            </a:r>
          </a:p>
          <a:p>
            <a:r>
              <a:t>2026-10-04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product-readiness-check and read its verdict</a:t>
            </a:r>
          </a:p>
          <a:p>
            <a:pPr>
              <a:defRPr sz="2000"/>
            </a:pPr>
            <a:r>
              <a:t>Open an engagement and run a scan with scan.sh</a:t>
            </a:r>
          </a:p>
          <a:p>
            <a:pPr>
              <a:defRPr sz="2000"/>
            </a:pPr>
            <a:r>
              <a:t>Produce a DRAFT report, request owner approval, produce FINAL</a:t>
            </a:r>
          </a:p>
          <a:p>
            <a:pPr>
              <a:defRPr sz="2000"/>
            </a:pPr>
            <a:r>
              <a:t>Never bypass a gate: production, publication, spending, customer_communication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node agents/skills/product-readiness-check/run.mjs</a:t>
            </a:r>
          </a:p>
          <a:p>
            <a:pPr>
              <a:defRPr sz="2000"/>
            </a:pPr>
            <a:r>
              <a:t>READY / READY WITH CAVEATS → proceed; NOT READY → stop and escalate</a:t>
            </a:r>
          </a:p>
          <a:p>
            <a:pPr lvl="1">
              <a:defRPr sz="1700"/>
            </a:pPr>
            <a:r>
              <a:t>Common caveat: NODE_EXTRA_CA_CERTS on proxied networks</a:t>
            </a:r>
          </a:p>
          <a:p>
            <a:pPr lvl="1">
              <a:defRPr sz="1700"/>
            </a:pPr>
            <a:r>
              <a:t>Common caveat: firefox/tesseract missing → fast mode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Open the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ledger.py add engagement --actor owner:&lt;name&gt; -f customer=… -f subject=… -f purpose=…</a:t>
            </a:r>
          </a:p>
          <a:p>
            <a:pPr>
              <a:defRPr sz="2000"/>
            </a:pPr>
            <a:r>
              <a:t>Purpose must be a lawful purpose stated by the customer</a:t>
            </a:r>
          </a:p>
          <a:p>
            <a:pPr>
              <a:defRPr sz="2000"/>
            </a:pPr>
            <a:r>
              <a:t>Copy the eng-… id; everything else references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—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agents/skills/footprint-report-producer/scan.sh &lt;eng-id&gt; &lt;username&gt; "&lt;sites|all&gt;"</a:t>
            </a:r>
          </a:p>
          <a:p>
            <a:pPr>
              <a:defRPr sz="2000"/>
            </a:pPr>
            <a:r>
              <a:t>Uses the existing app.js — do not modify detection logic</a:t>
            </a:r>
          </a:p>
          <a:p>
            <a:pPr>
              <a:defRPr sz="2000"/>
            </a:pPr>
            <a:r>
              <a:t>Output: 10_Engagements/&lt;eng-id&gt;/scan-&lt;username&gt;.json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— Draft, approve,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/>
            </a:pPr>
            <a:r>
              <a:t>produce.py → DRAFT (watermarked)</a:t>
            </a:r>
          </a:p>
          <a:p>
            <a:pPr>
              <a:defRPr sz="2000"/>
            </a:pPr>
            <a:r>
              <a:t>Review medium/low bands manually</a:t>
            </a:r>
          </a:p>
          <a:p>
            <a:pPr>
              <a:defRPr sz="2000"/>
            </a:pPr>
            <a:r>
              <a:t>Ask owner to approve production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/>
            </a:pPr>
            <a:r>
              <a:t>ledger.py approve &lt;eng&gt; production --actor owner:&lt;name&gt;</a:t>
            </a:r>
          </a:p>
          <a:p>
            <a:pPr>
              <a:defRPr sz="2000"/>
            </a:pPr>
            <a:r>
              <a:t>produce.py again → FINAL in outbox/</a:t>
            </a:r>
          </a:p>
          <a:p>
            <a:pPr>
              <a:defRPr sz="2000"/>
            </a:pPr>
            <a:r>
              <a:t>Delivery = separate customer_communication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you must not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Agents cannot record approvals (ledger refuses agent:/bot: actors)</a:t>
            </a:r>
          </a:p>
          <a:p>
            <a:pPr>
              <a:defRPr sz="2000"/>
            </a:pPr>
            <a:r>
              <a:t>No FINAL without production approval</a:t>
            </a:r>
          </a:p>
          <a:p>
            <a:pPr>
              <a:defRPr sz="2000"/>
            </a:pPr>
            <a:r>
              <a:t>No sending, posting or paying from any skill</a:t>
            </a:r>
          </a:p>
          <a:p>
            <a:pPr>
              <a:defRPr sz="2000"/>
            </a:pPr>
            <a:r>
              <a:t>Verify the ledger weekly: ledger.py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the full flow for identifier 'johndoe' on sites 'github reddit'</a:t>
            </a:r>
          </a:p>
          <a:p>
            <a:pPr>
              <a:defRPr sz="2000"/>
            </a:pPr>
            <a:r>
              <a:t>Expected: 1 detected (github, 100%), reddit unreachable in fast mode</a:t>
            </a:r>
          </a:p>
          <a:p>
            <a:pPr>
              <a:defRPr sz="2000"/>
            </a:pPr>
            <a:r>
              <a:t>Submit the DRAFT path and ledger record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Internal training material — draft   ·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