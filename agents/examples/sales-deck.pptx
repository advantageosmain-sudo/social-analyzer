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buyer's pain: time, consistency,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sample report. Emphasise transparency: failed checks are reported, not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step is recorded. Approval gates are human, not automated.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early; it protects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IS A SPENDING/PUBLICATION DECISION — fill in only after owner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sample-report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Footprint Reports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Public-profile discovery for legal, HR-compliance and trust &amp; safety teams</a:t>
            </a:r>
          </a:p>
          <a:p>
            <a:r>
              <a:t>&lt;Your business name&gt;</a:t>
            </a:r>
          </a:p>
          <a:p>
            <a:r>
              <a:t>2026-10-04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Identity questions stall cases, hires and investigations</a:t>
            </a:r>
          </a:p>
          <a:p>
            <a:pPr>
              <a:defRPr sz="2000"/>
            </a:pPr>
            <a:r>
              <a:t>Manual searching across 1,000+ sites is slow and inconsistent</a:t>
            </a:r>
          </a:p>
          <a:p>
            <a:pPr>
              <a:defRPr sz="2000"/>
            </a:pPr>
            <a:r>
              <a:t>Ad-hoc screenshots are not defensible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receive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PDF Digital Footprint Report per identifier (username, handle, e-mail pattern)</a:t>
            </a:r>
          </a:p>
          <a:p>
            <a:pPr>
              <a:defRPr sz="2000"/>
            </a:pPr>
            <a:r>
              <a:t>Detected profiles with confidence bands (High / Medium / Low)</a:t>
            </a:r>
          </a:p>
          <a:p>
            <a:pPr>
              <a:defRPr sz="2000"/>
            </a:pPr>
            <a:r>
              <a:t>Inconclusive &amp; unreachable sites listed — nothing hidden</a:t>
            </a:r>
          </a:p>
          <a:p>
            <a:pPr>
              <a:defRPr sz="2000"/>
            </a:pPr>
            <a:r>
              <a:t>Method, limitations and lawful-use statement on every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/>
            </a:pPr>
            <a:r>
              <a:t>1. Engagement opened with stated lawful purpose</a:t>
            </a:r>
          </a:p>
          <a:p>
            <a:pPr>
              <a:defRPr sz="2000"/>
            </a:pPr>
            <a:r>
              <a:t>2. Automated sweep (social-analyzer, 999 sites)</a:t>
            </a:r>
          </a:p>
          <a:p>
            <a:pPr>
              <a:defRPr sz="2000"/>
            </a:pPr>
            <a:r>
              <a:t>3. Analyst review of medium/low signals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/>
            </a:pPr>
            <a:r>
              <a:t>4. Owner approves production</a:t>
            </a:r>
          </a:p>
          <a:p>
            <a:pPr>
              <a:defRPr sz="2000"/>
            </a:pPr>
            <a:r>
              <a:t>5. Report delivered as PDF</a:t>
            </a:r>
          </a:p>
          <a:p>
            <a:pPr>
              <a:defRPr sz="2000"/>
            </a:pPr>
            <a:r>
              <a:t>6. Full record retained (hash-chained ledger)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 a consumer report (FCRA) — no adverse-action use without your own legal basis</a:t>
            </a:r>
          </a:p>
          <a:p>
            <a:pPr>
              <a:defRPr sz="2000"/>
            </a:pPr>
            <a:r>
              <a:t>No account access, no private data, no scraping behind logins</a:t>
            </a:r>
          </a:p>
          <a:p>
            <a:pPr>
              <a:defRPr sz="2000"/>
            </a:pPr>
            <a:r>
              <a:t>Confidence ≠ identity: medium/low bands require corroboration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(placeholder — owner sets pricing)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Single identifier report</a:t>
            </a:r>
          </a:p>
          <a:p>
            <a:pPr>
              <a:defRPr sz="2000"/>
            </a:pPr>
            <a:r>
              <a:t>Multi-identifier correlation (up to 5)</a:t>
            </a:r>
          </a:p>
          <a:p>
            <a:pPr>
              <a:defRPr sz="2000"/>
            </a:pPr>
            <a:r>
              <a:t>Retainer: monthly volume with 48-hour turnaround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Send one identifier under NDA for a sample DRAFT report</a:t>
            </a:r>
          </a:p>
          <a:p>
            <a:pPr>
              <a:defRPr sz="2000"/>
            </a:pPr>
            <a:r>
              <a:t>Review together; agree scope and purpose statement</a:t>
            </a:r>
          </a:p>
          <a:p>
            <a:pPr>
              <a:defRPr sz="2000"/>
            </a:pPr>
            <a:r>
              <a:t>Open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Confidential — sales draft, not for distribution until owner publication approval   ·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